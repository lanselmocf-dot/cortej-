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" y="155448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POO em Python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2880360"/>
            <a:ext cx="1097280" cy="54864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30632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Programação Orientada a Objetos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 teoria fundamental ao código prático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 que é POO?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Paradigma que organiza o código em torno de objetos — entidades que combinam dados (atributos) e comportamentos (métodos).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17830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Procedural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663440" y="17830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Orientado a Objetos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2194560"/>
            <a:ext cx="4023360" cy="2606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85800" y="2377440"/>
            <a:ext cx="356616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Dados soltos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nome = "Fusca"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velocidade =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combustivel = 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def acelerar(v, inc):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return v + inc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def abastecer(c, l):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return c + 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velocidade = acelerar(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velocidade, 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663440" y="2194560"/>
            <a:ext cx="4023360" cy="2606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892040" y="2377440"/>
            <a:ext cx="356616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Dados + comportamento juntos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nome):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self.nome = nome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self.velocidade =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self.combustivel = 100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acelerar(self, inc):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self.velocidade += inc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fusca = Carro("Fusca")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fusca.acelerar(20)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Classe e Objeto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classe é o molde. O objeto é uma instância concreta criada a partir desse molde.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57200" y="1783080"/>
            <a:ext cx="2743200" cy="3017520"/>
          </a:xfrm>
          <a:prstGeom prst="rect">
            <a:avLst/>
          </a:prstGeom>
          <a:solidFill>
            <a:srgbClr val="EFF6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457200" y="18288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CLASSE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Carro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40080" y="2743200"/>
            <a:ext cx="2377440" cy="18288"/>
          </a:xfrm>
          <a:prstGeom prst="rect">
            <a:avLst/>
          </a:prstGeom>
          <a:solidFill>
            <a:srgbClr val="BFDB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40080" y="283464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Atributos: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  • nome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  • velocidade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  • combustivel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Métodos: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  • acelerar()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  • frear()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20040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749040" y="1783080"/>
            <a:ext cx="2468880" cy="3017520"/>
          </a:xfrm>
          <a:prstGeom prst="rect">
            <a:avLst/>
          </a:prstGeom>
          <a:solidFill>
            <a:srgbClr val="F0FDF4"/>
          </a:solidFill>
          <a:ln cap="flat" cmpd="sng" w="254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3749040" y="18288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OBJETO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749040" y="2194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fusca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931920" y="2743200"/>
            <a:ext cx="2103120" cy="18288"/>
          </a:xfrm>
          <a:prstGeom prst="rect">
            <a:avLst/>
          </a:prstGeom>
          <a:solidFill>
            <a:srgbClr val="BBF7D0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3931920" y="2834640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nome = "Fusca"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velocidade = 0 km/h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combustivel = 100%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355080" y="1783080"/>
            <a:ext cx="2468880" cy="3017520"/>
          </a:xfrm>
          <a:prstGeom prst="rect">
            <a:avLst/>
          </a:prstGeom>
          <a:solidFill>
            <a:srgbClr val="F0FDF4"/>
          </a:solidFill>
          <a:ln cap="flat" cmpd="sng" w="254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6355080" y="18288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OBJETO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355080" y="2194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gol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537960" y="2743200"/>
            <a:ext cx="2103120" cy="18288"/>
          </a:xfrm>
          <a:prstGeom prst="rect">
            <a:avLst/>
          </a:prstGeom>
          <a:solidFill>
            <a:srgbClr val="BBF7D0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537960" y="2834640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nome = "Gol"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velocidade = 60 km/h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combustivel = 45%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 Construtor — __init__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Método especial chamado automaticamente quando um objeto é criado. Inicializa os atributos da instância.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1783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Pontos-chave: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2194560"/>
            <a:ext cx="40233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Começa e termina com dois underscores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self é sempre o primeiro parâmetro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self representa o próprio objeto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Python passa self automaticamente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663440" y="1783080"/>
            <a:ext cx="4023360" cy="31089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4892040" y="1965960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marca, ano):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self.marca = marca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self.ano = ano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self.km = 0  # padrão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Python chama __init__ ao criar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c1 = Carro("Toyota", 2023)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c2 = Carro("Honda", 2022)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print(c1.marca)  # Toyota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print(c2.marca)  # Honda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Objetos independentes!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Atributos de Instância e de Classe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457200" y="105156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Tipo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514600" y="105156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Sintaxe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572000" y="105156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Compartilhado?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6629400" y="105156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Quando usar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457200" y="14630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Instância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2514600" y="14630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self.attr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572000" y="14630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Não — único do objeto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629400" y="14630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Dados que variam por objeto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457200" y="19202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Classe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2514600" y="19202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Cls.attr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572000" y="19202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Sim — todos os objetos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629400" y="19202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Constantes / contadores globais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57200" y="2697480"/>
            <a:ext cx="8229600" cy="21945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685800" y="288036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total = 0          # ← atributo de CLASSE (compartilhado)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marca):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self.marca = marca   # ← atributo de INSTÂNCIA (único)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Carro.total += 1     # acessa atributo da classe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c1 = Carro("Toyota");  c2 = Carro("Honda")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print(c1.marca, c2.marca)        # Toyota Honda  (diferentes)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print(Carro.total)               # 2             (compartilhado)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/>
        </p:nvSpPr>
        <p:spPr>
          <a:xfrm>
            <a:off x="640080" y="128016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0"/>
              <a:buFont typeface="Calibri"/>
              <a:buNone/>
            </a:pPr>
            <a:r>
              <a:rPr b="1" i="0" lang="en-US" sz="140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640080" y="3291840"/>
            <a:ext cx="548640" cy="4572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640080" y="342900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Encapsulamento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Encapsulamento — 3 níveis de visibilidade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Controlar o acesso aos dados de um objeto, protegendo seu estado interno.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457200" y="1828800"/>
            <a:ext cx="2606040" cy="3017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457200" y="1828800"/>
            <a:ext cx="2606040" cy="5029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457200" y="18288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público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594360" y="24688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self.nome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594360" y="29260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Acesso livre.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Padrão em Python.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94360" y="4023360"/>
            <a:ext cx="233172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594360" y="402336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carro.nome 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3246120" y="1828800"/>
            <a:ext cx="2606040" cy="3017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3246120" y="1828800"/>
            <a:ext cx="2606040" cy="5029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3246120" y="18288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_protegido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3383280" y="24688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self._velocidade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3383280" y="29260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Convenção: uso interno.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Python NÃO bloqueia.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3383280" y="4023360"/>
            <a:ext cx="233172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3383280" y="402336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carro._vel  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035040" y="1828800"/>
            <a:ext cx="2606040" cy="3017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6035040" y="1828800"/>
            <a:ext cx="2606040" cy="5029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6035040" y="18288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__privado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172200" y="24688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self.__senha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172200" y="29260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Name mangling.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Acesso externo bloqueado.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6172200" y="4023360"/>
            <a:ext cx="233172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6172200" y="402336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carro.__senha  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@property — Getter e Setter com validação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Permite controlar leitura e escrita de atributos privados, mantendo a sintaxe simples de acesso.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457200" y="1691640"/>
            <a:ext cx="8229600" cy="33375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685800" y="1874520"/>
            <a:ext cx="7772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vel_max):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self.__velocidade = 0          # privado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self.__vel_max = vel_max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@property                          # ← getter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velocidade(self):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self.__velocidade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@velocidade.setter                 # ← setter com validação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velocidade(self, valor):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if valor &lt; 0: raise ValueError("Velocidade negativa!")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self.__velocidade = min(valor, self.__vel_max)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 = Carro(vel_max=180)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c.velocidade = 200       # setter limita a 180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print(c.velocidade)      # getter → 180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/>
          <p:nvPr/>
        </p:nvSpPr>
        <p:spPr>
          <a:xfrm>
            <a:off x="640080" y="128016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4000"/>
              <a:buFont typeface="Calibri"/>
              <a:buNone/>
            </a:pPr>
            <a:r>
              <a:rPr b="1" i="0" lang="en-US" sz="14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640080" y="3291840"/>
            <a:ext cx="548640" cy="457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640080" y="342900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Herança e Polimorfismo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Herança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Uma classe filha herda atributos e métodos da classe pai. Use super() para chamar o pai.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296450" y="1783075"/>
            <a:ext cx="5168400" cy="33069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"/>
          <p:cNvSpPr/>
          <p:nvPr/>
        </p:nvSpPr>
        <p:spPr>
          <a:xfrm>
            <a:off x="544650" y="1948100"/>
            <a:ext cx="47613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Veiculo:                  # CLASSE PAI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marca):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self.marca = marca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descricao(self):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f"Veículo: {self.marca}"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Carro(Veiculo):           # CLASSE FILHA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marca, portas):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super().__init__(marca) # ← chama o pai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self.portas = portas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descricao(self):        # sobrescreve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f"Carro {self.marca} ({self.portas}p)"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5577840" y="17830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Hierarquia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6400800" y="2194560"/>
            <a:ext cx="1463040" cy="502920"/>
          </a:xfrm>
          <a:prstGeom prst="rect">
            <a:avLst/>
          </a:prstGeom>
          <a:solidFill>
            <a:srgbClr val="F5F3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/>
          <p:nvPr/>
        </p:nvSpPr>
        <p:spPr>
          <a:xfrm>
            <a:off x="6400800" y="21945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Veiculo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12"/>
          <p:cNvCxnSpPr/>
          <p:nvPr/>
        </p:nvCxnSpPr>
        <p:spPr>
          <a:xfrm>
            <a:off x="7132320" y="269748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12"/>
          <p:cNvSpPr/>
          <p:nvPr/>
        </p:nvSpPr>
        <p:spPr>
          <a:xfrm>
            <a:off x="6400800" y="3200400"/>
            <a:ext cx="1463040" cy="5029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/>
          <p:cNvSpPr/>
          <p:nvPr/>
        </p:nvSpPr>
        <p:spPr>
          <a:xfrm>
            <a:off x="6400800" y="320040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Carro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5577840" y="3840480"/>
            <a:ext cx="3108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Carro herda de Veiculo: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marca (do pai)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descricao() sobrescrita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portas (próprio)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Polimorfismo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"Muitas formas" — o mesmo método tem comportamentos diferentes dependendo do tipo do objeto.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457200" y="1691640"/>
            <a:ext cx="4937760" cy="33375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685800" y="1874520"/>
            <a:ext cx="448056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Veiculo: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som(self):  return "..."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Carro(Veiculo):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som(self):  return "🚗 Vrum vrum"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Moto(Veiculo):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som(self):  return "🏍 Brrrm!"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Caminhao(Veiculo):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som(self):  return "🚛 Tóóóón"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Mesma chamada → resultados diferentes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for v in [Carro(), Moto(), Caminhao()]: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print(v.som())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5577840" y="1828800"/>
            <a:ext cx="3108960" cy="502920"/>
          </a:xfrm>
          <a:prstGeom prst="rect">
            <a:avLst/>
          </a:prstGeom>
          <a:solidFill>
            <a:srgbClr val="F5F3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5577840" y="18288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v.som()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3"/>
          <p:cNvCxnSpPr/>
          <p:nvPr/>
        </p:nvCxnSpPr>
        <p:spPr>
          <a:xfrm>
            <a:off x="7132320" y="233172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9" name="Google Shape;179;p13"/>
          <p:cNvSpPr/>
          <p:nvPr/>
        </p:nvSpPr>
        <p:spPr>
          <a:xfrm>
            <a:off x="5577840" y="2606040"/>
            <a:ext cx="3108960" cy="548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/>
          <p:cNvSpPr/>
          <p:nvPr/>
        </p:nvSpPr>
        <p:spPr>
          <a:xfrm>
            <a:off x="5577840" y="26060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Carro:  🚗 Vrum vrum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13"/>
          <p:cNvCxnSpPr/>
          <p:nvPr/>
        </p:nvCxnSpPr>
        <p:spPr>
          <a:xfrm>
            <a:off x="7132320" y="2331720"/>
            <a:ext cx="0" cy="987552"/>
          </a:xfrm>
          <a:prstGeom prst="straightConnector1">
            <a:avLst/>
          </a:prstGeom>
          <a:noFill/>
          <a:ln cap="flat" cmpd="sng" w="12700">
            <a:solidFill>
              <a:srgbClr val="05966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2" name="Google Shape;182;p13"/>
          <p:cNvSpPr/>
          <p:nvPr/>
        </p:nvSpPr>
        <p:spPr>
          <a:xfrm>
            <a:off x="5577840" y="3319272"/>
            <a:ext cx="3108960" cy="548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5577840" y="331927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Moto:  🏍 Brrrm!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3"/>
          <p:cNvCxnSpPr/>
          <p:nvPr/>
        </p:nvCxnSpPr>
        <p:spPr>
          <a:xfrm>
            <a:off x="7132320" y="2331720"/>
            <a:ext cx="0" cy="1700784"/>
          </a:xfrm>
          <a:prstGeom prst="straightConnector1">
            <a:avLst/>
          </a:prstGeom>
          <a:noFill/>
          <a:ln cap="flat" cmpd="sng" w="12700">
            <a:solidFill>
              <a:srgbClr val="D9770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5" name="Google Shape;185;p13"/>
          <p:cNvSpPr/>
          <p:nvPr/>
        </p:nvSpPr>
        <p:spPr>
          <a:xfrm>
            <a:off x="5577840" y="4032504"/>
            <a:ext cx="3108960" cy="548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5577840" y="4032504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Caminhao:  🚛 Tóóóón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/>
          <p:nvPr/>
        </p:nvSpPr>
        <p:spPr>
          <a:xfrm>
            <a:off x="640080" y="128016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0"/>
              <a:buFont typeface="Calibri"/>
              <a:buNone/>
            </a:pPr>
            <a:r>
              <a:rPr b="1" i="0" lang="en-US" sz="140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640080" y="3291840"/>
            <a:ext cx="548640" cy="4572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640080" y="342900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Abstração e Interfaces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Classes Abstratas — ABC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Classe que não pode ser instanciada. Define métodos abstratos que as subclasses DEVEM implementar.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457200" y="1691640"/>
            <a:ext cx="4937760" cy="33375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685800" y="1874520"/>
            <a:ext cx="448056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from abc import ABC, abstractmethod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Veiculo(ABC):       # ← abstrata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@abstractmethod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mover(self):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pass              # subclasse implementa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Carro(Veiculo):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mover(self):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"Rodando"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Tentar instanciar a abstrata: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v = Veiculo()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❌ TypeError: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   Can't instantiate abstract class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   Veiculo with abstract method mover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5577840" y="1783080"/>
            <a:ext cx="3108960" cy="3108960"/>
          </a:xfrm>
          <a:prstGeom prst="rect">
            <a:avLst/>
          </a:prstGeom>
          <a:solidFill>
            <a:srgbClr val="FEF2F2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5760720" y="18745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Quando usar?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5760720" y="2286000"/>
            <a:ext cx="27432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Para definir um contrato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obrigatório entre 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Quando faz sentido 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uma base mas não criar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objetos dela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Para garantir que toda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subclasse implemente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métodos essenciais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Interfaces e Duck Typing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Python não tem 'interface' como Java. Usa ABC com todos os métodos abstratos — ou simplesmente duck typing.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457200" y="1691640"/>
            <a:ext cx="4023360" cy="33375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685800" y="1874520"/>
            <a:ext cx="356616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Interface clássica via ABC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from abc import ABC, abstractmethod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Ligavel(ABC):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@abstractmethod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ligar(self): 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@abstractmethod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desligar(self): 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Carro(Ligavel):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ligar(self):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"🔑 Motor ligado"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desligar(self):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"🔇 Desligado"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4663440" y="1691640"/>
            <a:ext cx="4023360" cy="33375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4892040" y="1874520"/>
            <a:ext cx="356616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Duck typing — sem herança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"Se anda como pato, é pato"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Drone: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ligar(self):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"🚁 Hélices girando"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def ativar(obj):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return obj.ligar()    # funciona!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ativar(Carro())   # 🔑 Motor ligado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ativar(Drone())   # 🚁 Hélices girando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Não precisam herdar nada.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Basta ter o método.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/>
          <p:nvPr/>
        </p:nvSpPr>
        <p:spPr>
          <a:xfrm>
            <a:off x="640080" y="128016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4000"/>
              <a:buFont typeface="Calibri"/>
              <a:buNone/>
            </a:pPr>
            <a:r>
              <a:rPr b="1" i="0" lang="en-US" sz="140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640080" y="3291840"/>
            <a:ext cx="548640" cy="45720"/>
          </a:xfrm>
          <a:prstGeom prst="rect">
            <a:avLst/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640080" y="342900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Tópicos Avançados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Herança Múltipla e MRO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Uma classe pode herdar de várias classes pai. O MRO (Method Resolution Order) define a ordem de busca.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457200" y="1691640"/>
            <a:ext cx="4937760" cy="33375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685800" y="1874520"/>
            <a:ext cx="448056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Motor: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ligar(self):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"Motor a combustão"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Bateria: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ligar(self):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"Motor elétrico"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↓ Herança múltipla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Hibrido(Motor, Bateria):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h = Hibrido()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print(h.ligar())   # "Motor a combustão"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MRO escolhe pelo 1º na lista (Motor)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print(Hibrido.__mro__)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577840" y="1783080"/>
            <a:ext cx="3108960" cy="3108960"/>
          </a:xfrm>
          <a:prstGeom prst="rect">
            <a:avLst/>
          </a:prstGeom>
          <a:solidFill>
            <a:srgbClr val="FFF7ED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5760720" y="18745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MRO — ordem de busca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5760720" y="2331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1.  Hibrido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5760720" y="26974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2.  Motor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5760720" y="30632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3.  Bateria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760720" y="3429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4.  object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5760720" y="39319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para no primeiro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 encontra o método.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@staticmethod e @classmethod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Métodos que não dependem de uma instância. Diferem em o que recebem como primeiro parâmetro.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57200" y="1783080"/>
            <a:ext cx="2606040" cy="5486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457200" y="178308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método de instância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457200" y="2331720"/>
            <a:ext cx="260604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594360" y="23774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1º param: self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Acessa dados do objeto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3246120" y="1783080"/>
            <a:ext cx="260604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3246120" y="178308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@classmethod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3246120" y="2331720"/>
            <a:ext cx="260604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3383280" y="23774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1º param: cls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Acessa a classe (fábricas)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035040" y="1783080"/>
            <a:ext cx="2606040" cy="5486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6035040" y="178308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@staticmethod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6035040" y="2331720"/>
            <a:ext cx="260604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6172200" y="23774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1º param: 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Função utilitária pura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457200" y="3246120"/>
            <a:ext cx="8229600" cy="17830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685800" y="3429000"/>
            <a:ext cx="77724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total =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marca):  self.marca = marca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descricao(self):       return f"{self.marca}"     # método de instância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@classmethod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quantos(cls):          return cls.total           # acessa a classe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@staticmethod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km_para_milhas(km):    return km * 0.621          # função utilitária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/>
          <p:nvPr/>
        </p:nvSpPr>
        <p:spPr>
          <a:xfrm>
            <a:off x="640080" y="128016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4000"/>
              <a:buFont typeface="Calibri"/>
              <a:buNone/>
            </a:pPr>
            <a:r>
              <a:rPr b="1" i="0" lang="en-US" sz="140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640080" y="3291840"/>
            <a:ext cx="548640" cy="457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640080" y="342900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Dunder Methods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Dunder Methods (Magic Methods)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Métodos com __duplo_underscore__ que o Python chama automaticamente em certas operações.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57200" y="1417320"/>
            <a:ext cx="8229600" cy="32918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594360" y="141732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2331720" y="1417320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Quando é chamado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4343400" y="1417320"/>
            <a:ext cx="4343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O que faz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457200" y="1746504"/>
            <a:ext cx="8229600" cy="329184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594360" y="1746504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2331720" y="1746504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Carro()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343400" y="1746504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Chamado ao criar o objeto. Inicializa atributos.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457200" y="2075688"/>
            <a:ext cx="82296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594360" y="2075688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__str__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2331720" y="2075688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print(c)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4343400" y="207568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o que aparece em print() — para o usuário.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457200" y="2404872"/>
            <a:ext cx="8229600" cy="329184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594360" y="2404872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__repr__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2331720" y="2404872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repr(c)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4343400" y="2404872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Representação detalhada — usada em debug e no REPL.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457200" y="2734056"/>
            <a:ext cx="82296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594360" y="2734056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__eq__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2331720" y="2734056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c1 == c2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4343400" y="2734056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quando dois objetos são iguais.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457200" y="3063240"/>
            <a:ext cx="8229600" cy="329184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594360" y="306324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__lt__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2331720" y="3063240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c1 &lt; c2 / sorted()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343400" y="3063240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ordem natural — habilita sorted(), min(), max().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57200" y="3392424"/>
            <a:ext cx="82296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594360" y="3392424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__len__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2331720" y="3392424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len(c)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4343400" y="3392424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o que len() retorna — total de itens, peso etc.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457200" y="3721608"/>
            <a:ext cx="8229600" cy="329184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594360" y="3721608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__add__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2331720" y="3721608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c1 + c2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4343400" y="372160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Sobrecarrega o operador + para o seu objeto.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57200" y="4050792"/>
            <a:ext cx="82296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594360" y="4050792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__contains__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2331720" y="4050792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x in 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4343400" y="4050792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o operador in — útil em coleções.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457200" y="4379976"/>
            <a:ext cx="8229600" cy="329184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594360" y="4379976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__iter__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2331720" y="4379976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for x in 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4343400" y="4379976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Torna o objeto iterável — permite usar em for.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457200" y="4709160"/>
            <a:ext cx="82296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594360" y="470916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__getitem__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2331720" y="4709160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c[i]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4343400" y="4709160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o que retorna ao usar colchetes c[0].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Dunder Methods em 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457200" y="1051560"/>
            <a:ext cx="4572000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685800" y="1234440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marca, ano):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self.marca = marca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self.ano = ano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__str__(self):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f"🚗 {self.marca} {self.ano}"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__repr__(self):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f"Carro('{self.marca}')"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__eq__(self, outro):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(self.marca == outro.marca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        and self.ano == outro.ano)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__lt__(self, outro):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self.ano &lt; outro.ano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__len__(self):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2024 - self.ano   # 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5212080" y="1051560"/>
            <a:ext cx="3474720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2"/>
          <p:cNvSpPr/>
          <p:nvPr/>
        </p:nvSpPr>
        <p:spPr>
          <a:xfrm>
            <a:off x="5440680" y="1234440"/>
            <a:ext cx="30175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c1 = Carro("Toyota", 2020)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c2 = Carro("Honda",  2023)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__str__ — 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print(c1)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🚗 Toyota 2020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__repr__ — debug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print(repr(c1))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Carro('Toyota', 2020)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__eq__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print(c1 == c2)   # 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__lt__ — sorted()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sorted([c2, c1])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[Carro('Toyota'...),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 Carro('Honda'...)]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# __len__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print(len(c1))    #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Composição vs Herança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Duas formas de reutilizar código. Quando uma classe "é" outra, herde. Quando uma classe "tem" outra, componha.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457200" y="1783080"/>
            <a:ext cx="4023360" cy="3108960"/>
          </a:xfrm>
          <a:prstGeom prst="rect">
            <a:avLst/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Herança — "é um"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640080" y="2240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Carro É UM Veículo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640080" y="2606040"/>
            <a:ext cx="3657600" cy="21945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3"/>
          <p:cNvSpPr/>
          <p:nvPr/>
        </p:nvSpPr>
        <p:spPr>
          <a:xfrm>
            <a:off x="868680" y="278892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Veiculo: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mover(self):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"Movendo"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Carro(Veiculo):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marca):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self.marca = marca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 = Carro("VW")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c.mover()  # herda do pai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4663440" y="1783080"/>
            <a:ext cx="4023360" cy="3108960"/>
          </a:xfrm>
          <a:prstGeom prst="rect">
            <a:avLst/>
          </a:prstGeom>
          <a:solidFill>
            <a:srgbClr val="FFFBEB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Composição — "tem um"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4846320" y="2240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Carro TEM UM Motor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4846320" y="2606040"/>
            <a:ext cx="3657600" cy="21945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5074920" y="278892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Motor: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ligar(self):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return "Ligado"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class Carro: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marca):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self.marca = marca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self.motor = Motor()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 = Carro("VW")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c.motor.ligar()  # composição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Os 4 pilares da POO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4297680" y="1188720"/>
            <a:ext cx="548640" cy="36576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457200" y="1554480"/>
            <a:ext cx="4023360" cy="1508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457200" y="1554480"/>
            <a:ext cx="73152" cy="1508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68580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Encapsulamento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685800" y="210312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Proteger o estado interno do objeto. Usa público, _protegido, __privado e @property.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4617720" y="1554480"/>
            <a:ext cx="4023360" cy="1508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4617720" y="1554480"/>
            <a:ext cx="73152" cy="15087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Herança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4846320" y="210312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Reutilizar código criando subclasses. super() chama o pai. Filho "é um" pai.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457200" y="3246120"/>
            <a:ext cx="4023360" cy="1508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457200" y="3246120"/>
            <a:ext cx="73152" cy="15087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4"/>
          <p:cNvSpPr/>
          <p:nvPr/>
        </p:nvSpPr>
        <p:spPr>
          <a:xfrm>
            <a:off x="685800" y="3383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Polimorfismo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685800" y="37947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Mesmo método, comportamento diferente conforme o tipo. Override em cada subclasse.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4617720" y="3246120"/>
            <a:ext cx="4023360" cy="1508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"/>
          <p:cNvSpPr/>
          <p:nvPr/>
        </p:nvSpPr>
        <p:spPr>
          <a:xfrm>
            <a:off x="4617720" y="3246120"/>
            <a:ext cx="73152" cy="150876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4"/>
          <p:cNvSpPr/>
          <p:nvPr/>
        </p:nvSpPr>
        <p:spPr>
          <a:xfrm>
            <a:off x="4846320" y="3383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Abstração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4846320" y="37947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Classes ABC com @abstractmethod definem contrato. Esconder o COMO, expor o O QUÊ.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 adiciona: herança múltipla, dunder methods, @property, duck typing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