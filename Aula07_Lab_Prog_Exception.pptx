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PDCeCwTBwJCOyzaKD9H4pqPwh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190772c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64190772c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d4a51f1a6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7d4a51f1a6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d4a51f1a6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7d4a51f1a6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d4a51f1a6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7d4a51f1a6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d4a51f1a6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7d4a51f1a6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d4a51f1a6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7d4a51f1a6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d4a51f1a6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7d4a51f1a6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d4a51f1a6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7d4a51f1a6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d4a51f1a6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7d4a51f1a6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d4a51f1a6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7d4a51f1a6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d4a51f1a6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7d4a51f1a6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d4a51f1a6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7d4a51f1a6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d4a51f1a6_1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7d4a51f1a6_1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3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9" name="Google Shape;79;p21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2" name="Google Shape;92;p23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5" name="Google Shape;15;p12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-1" l="0" r="52444" t="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2941"/>
            </a:srgbClr>
          </a:solidFill>
          <a:ln>
            <a:noFill/>
          </a:ln>
          <a:effectLst>
            <a:outerShdw blurRad="50800" rotWithShape="0" algn="ctr" dir="5400000" dist="12700">
              <a:srgbClr val="000000">
                <a:alpha val="4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1"/>
          <p:cNvSpPr txBox="1"/>
          <p:nvPr>
            <p:ph type="ctrTitle"/>
          </p:nvPr>
        </p:nvSpPr>
        <p:spPr>
          <a:xfrm>
            <a:off x="4309349" y="3429000"/>
            <a:ext cx="7501651" cy="1090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wentieth Century"/>
              <a:buNone/>
            </a:pPr>
            <a:r>
              <a:rPr lang="pt-BR">
                <a:solidFill>
                  <a:srgbClr val="FFFFFF"/>
                </a:solidFill>
              </a:rPr>
              <a:t>Introdução à linguagem Python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309349" y="4779313"/>
            <a:ext cx="7501650" cy="51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FFFFFF"/>
                </a:solidFill>
              </a:rPr>
              <a:t> Fernando Henrique Vieira Trindade</a:t>
            </a:r>
            <a:endParaRPr/>
          </a:p>
        </p:txBody>
      </p:sp>
      <p:cxnSp>
        <p:nvCxnSpPr>
          <p:cNvPr id="103" name="Google Shape;103;p1"/>
          <p:cNvCxnSpPr/>
          <p:nvPr/>
        </p:nvCxnSpPr>
        <p:spPr>
          <a:xfrm>
            <a:off x="4309349" y="4666480"/>
            <a:ext cx="6832499" cy="0"/>
          </a:xfrm>
          <a:prstGeom prst="straightConnector1">
            <a:avLst/>
          </a:prstGeom>
          <a:noFill/>
          <a:ln cap="flat" cmpd="sng" w="22225">
            <a:solidFill>
              <a:srgbClr val="4AC4E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7843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4190772c8_0_7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sp>
        <p:nvSpPr>
          <p:cNvPr id="109" name="Google Shape;109;g364190772c8_0_70"/>
          <p:cNvSpPr txBox="1"/>
          <p:nvPr/>
        </p:nvSpPr>
        <p:spPr>
          <a:xfrm>
            <a:off x="817250" y="2034550"/>
            <a:ext cx="8229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 </a:t>
            </a:r>
            <a:r>
              <a:rPr b="1"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é um erro:</a:t>
            </a:r>
            <a:endParaRPr b="1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383A4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Quando você está aprendendo Python, certamente já viu mensagens como esta:</a:t>
            </a:r>
            <a:endParaRPr b="0" i="0" sz="2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0" name="Google Shape;110;g364190772c8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600" y="3573852"/>
            <a:ext cx="10189025" cy="19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64190772c8_0_70"/>
          <p:cNvSpPr txBox="1"/>
          <p:nvPr/>
        </p:nvSpPr>
        <p:spPr>
          <a:xfrm>
            <a:off x="911675" y="5646975"/>
            <a:ext cx="983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Não se assuste!</a:t>
            </a:r>
            <a:r>
              <a:rPr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Isso é normal e acontece com todos os programadores. Essa mensagem é o Python nos avisando que algo deu errado.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d4a51f1a6_2_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17" name="Google Shape;117;g37d4a51f1a6_2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725" y="2084916"/>
            <a:ext cx="9392789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d4a51f1a6_1_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23" name="Google Shape;123;g37d4a51f1a6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025" y="1809750"/>
            <a:ext cx="8977950" cy="498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d4a51f1a6_1_1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29" name="Google Shape;129;g37d4a51f1a6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88" y="1924376"/>
            <a:ext cx="11143975" cy="485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d4a51f1a6_1_1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35" name="Google Shape;135;g37d4a51f1a6_1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088" y="1788775"/>
            <a:ext cx="9399824" cy="47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d4a51f1a6_1_2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41" name="Google Shape;141;g37d4a51f1a6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388" y="1924351"/>
            <a:ext cx="10357225" cy="47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d4a51f1a6_1_3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47" name="Google Shape;147;g37d4a51f1a6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50916"/>
            <a:ext cx="11887198" cy="379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d4a51f1a6_1_3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53" name="Google Shape;153;g37d4a51f1a6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25" y="2084916"/>
            <a:ext cx="11693947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d4a51f1a6_1_4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59" name="Google Shape;159;g37d4a51f1a6_1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500" y="1693076"/>
            <a:ext cx="7140999" cy="50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4a51f1a6_1_4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65" name="Google Shape;165;g37d4a51f1a6_1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500" y="1774675"/>
            <a:ext cx="10435824" cy="491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d4a51f1a6_1_5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71" name="Google Shape;171;g37d4a51f1a6_1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413" y="1801901"/>
            <a:ext cx="8651426" cy="49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d4a51f1a6_1_6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77" name="Google Shape;177;g37d4a51f1a6_1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000" y="1733851"/>
            <a:ext cx="8692250" cy="49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d4a51f1a6_1_6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Exceptions</a:t>
            </a:r>
            <a:endParaRPr/>
          </a:p>
        </p:txBody>
      </p:sp>
      <p:pic>
        <p:nvPicPr>
          <p:cNvPr id="183" name="Google Shape;183;g37d4a51f1a6_1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500" y="1761076"/>
            <a:ext cx="9993000" cy="484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2025-06-11T13:52:33Z</dcterms:created>
  <dc:creator>FERNANDO TRINDADE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