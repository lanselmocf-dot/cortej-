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eQOMoEZ93JkEHo3GesufrSttm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4190772c8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64190772c8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7a8b789c5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87a8b789c5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7a8b789c5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87a8b789c5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7a8b789c5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87a8b789c5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7a8b789c5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387a8b789c5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7a8b789c5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87a8b789c5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7b10c238b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87b10c238b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7b10c238b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g387b10c238b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7b10c238b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87b10c238b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7b10c238b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87b10c238b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7a8b789c5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387a8b789c5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7b10c238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87b10c238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7b10c238b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g387b10c238b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3"/>
          <p:cNvSpPr/>
          <p:nvPr/>
        </p:nvSpPr>
        <p:spPr>
          <a:xfrm>
            <a:off x="-1" y="0"/>
            <a:ext cx="12192000" cy="4572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3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" name="Google Shape;21;p1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4" name="Google Shape;24;p13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is Conteúdos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6"/>
          <p:cNvSpPr/>
          <p:nvPr/>
        </p:nvSpPr>
        <p:spPr>
          <a:xfrm>
            <a:off x="-1" y="0"/>
            <a:ext cx="12192000" cy="4572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46" name="Google Shape;46;p16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7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7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?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?"/>
              <a:defRPr sz="1600"/>
            </a:lvl9pPr>
          </a:lstStyle>
          <a:p/>
        </p:txBody>
      </p:sp>
      <p:sp>
        <p:nvSpPr>
          <p:cNvPr id="68" name="Google Shape;68;p20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79" name="Google Shape;79;p21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 rot="5400000">
            <a:off x="3872485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92" name="Google Shape;92;p23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5" name="Google Shape;15;p12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-1" l="0" r="52444" t="0"/>
          <a:stretch/>
        </p:blipFill>
        <p:spPr>
          <a:xfrm>
            <a:off x="20" y="975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2156"/>
            </a:srgbClr>
          </a:solidFill>
          <a:ln>
            <a:noFill/>
          </a:ln>
          <a:effectLst>
            <a:outerShdw blurRad="50800" rotWithShape="0" algn="ctr" dir="5400000" dist="12700">
              <a:srgbClr val="000000">
                <a:alpha val="4705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1" name="Google Shape;101;p1"/>
          <p:cNvSpPr txBox="1"/>
          <p:nvPr>
            <p:ph type="ctrTitle"/>
          </p:nvPr>
        </p:nvSpPr>
        <p:spPr>
          <a:xfrm>
            <a:off x="4309349" y="3429000"/>
            <a:ext cx="7501651" cy="10909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wentieth Century"/>
              <a:buNone/>
            </a:pPr>
            <a:r>
              <a:rPr lang="pt-BR">
                <a:solidFill>
                  <a:srgbClr val="FFFFFF"/>
                </a:solidFill>
              </a:rPr>
              <a:t>Recursividade</a:t>
            </a:r>
            <a:r>
              <a:rPr lang="pt-BR">
                <a:solidFill>
                  <a:srgbClr val="FFFFFF"/>
                </a:solidFill>
              </a:rPr>
              <a:t> em Python</a:t>
            </a:r>
            <a:endParaRPr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4309349" y="4779313"/>
            <a:ext cx="7501650" cy="514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>
                <a:solidFill>
                  <a:srgbClr val="FFFFFF"/>
                </a:solidFill>
              </a:rPr>
              <a:t> Fernando Henrique Vieira Trindade</a:t>
            </a:r>
            <a:endParaRPr/>
          </a:p>
        </p:txBody>
      </p:sp>
      <p:cxnSp>
        <p:nvCxnSpPr>
          <p:cNvPr id="103" name="Google Shape;103;p1"/>
          <p:cNvCxnSpPr/>
          <p:nvPr/>
        </p:nvCxnSpPr>
        <p:spPr>
          <a:xfrm>
            <a:off x="4309349" y="4666480"/>
            <a:ext cx="6832499" cy="0"/>
          </a:xfrm>
          <a:prstGeom prst="straightConnector1">
            <a:avLst/>
          </a:prstGeom>
          <a:noFill/>
          <a:ln cap="flat" cmpd="sng" w="22225">
            <a:solidFill>
              <a:srgbClr val="4AC4E3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2700">
              <a:srgbClr val="000000">
                <a:alpha val="47058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4190772c8_0_70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Recursividade</a:t>
            </a:r>
            <a:endParaRPr/>
          </a:p>
        </p:txBody>
      </p:sp>
      <p:sp>
        <p:nvSpPr>
          <p:cNvPr id="109" name="Google Shape;109;g364190772c8_0_70"/>
          <p:cNvSpPr txBox="1"/>
          <p:nvPr/>
        </p:nvSpPr>
        <p:spPr>
          <a:xfrm>
            <a:off x="796975" y="2115450"/>
            <a:ext cx="566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Uma função pode chamar a si mesma?</a:t>
            </a:r>
            <a:endParaRPr i="1"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0" name="Google Shape;110;g364190772c8_0_70"/>
          <p:cNvSpPr txBox="1"/>
          <p:nvPr/>
        </p:nvSpPr>
        <p:spPr>
          <a:xfrm>
            <a:off x="915050" y="2638650"/>
            <a:ext cx="11236500" cy="3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chemeClr val="dk1"/>
                </a:solidFill>
              </a:rPr>
              <a:t>O que é Recursividade?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>
                <a:solidFill>
                  <a:schemeClr val="dk1"/>
                </a:solidFill>
              </a:rPr>
              <a:t>Imagine que você está procurando uma bola em uma caixa. Mas dentro dessa caixa tem outra caixa, e dentro dessa tem outra, e outra...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200">
                <a:solidFill>
                  <a:schemeClr val="dk1"/>
                </a:solidFill>
              </a:rPr>
              <a:t>Você vai abrindo cada caixa até encontrar a bola. Isso é recursividade! Você repete a mesma ação (abrir caixa) até chegar no objetivo.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200">
                <a:solidFill>
                  <a:schemeClr val="dk1"/>
                </a:solidFill>
              </a:rPr>
              <a:t>Na programação:</a:t>
            </a:r>
            <a:r>
              <a:rPr lang="pt-BR" sz="2200">
                <a:solidFill>
                  <a:schemeClr val="dk1"/>
                </a:solidFill>
              </a:rPr>
              <a:t> Uma função recursiva é uma função que chama ela mesma para resolver um problema dividindo-o em partes menores.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11" name="Google Shape;111;g364190772c8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9368" y="507675"/>
            <a:ext cx="2393075" cy="248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7a8b789c5_0_5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Anatomia de uma função recursiva</a:t>
            </a:r>
            <a:endParaRPr/>
          </a:p>
        </p:txBody>
      </p:sp>
      <p:pic>
        <p:nvPicPr>
          <p:cNvPr id="117" name="Google Shape;117;g387a8b789c5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450" y="1942182"/>
            <a:ext cx="6683175" cy="424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87a8b789c5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7925" y="2954325"/>
            <a:ext cx="3727150" cy="242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7a8b789c5_0_15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Anatomia de uma função recursiva</a:t>
            </a:r>
            <a:endParaRPr/>
          </a:p>
        </p:txBody>
      </p:sp>
      <p:pic>
        <p:nvPicPr>
          <p:cNvPr id="124" name="Google Shape;124;g387a8b789c5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125" y="1892950"/>
            <a:ext cx="7192525" cy="47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7a8b789c5_0_27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Passo a passo</a:t>
            </a:r>
            <a:endParaRPr/>
          </a:p>
        </p:txBody>
      </p:sp>
      <p:pic>
        <p:nvPicPr>
          <p:cNvPr id="130" name="Google Shape;130;g387a8b789c5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9050" y="1986555"/>
            <a:ext cx="5643150" cy="435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87a8b789c5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600" y="2163650"/>
            <a:ext cx="5768950" cy="38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7a8b789c5_0_40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Outro Exemplo</a:t>
            </a:r>
            <a:endParaRPr/>
          </a:p>
        </p:txBody>
      </p:sp>
      <p:sp>
        <p:nvSpPr>
          <p:cNvPr id="137" name="Google Shape;137;g387a8b789c5_0_40"/>
          <p:cNvSpPr txBox="1"/>
          <p:nvPr/>
        </p:nvSpPr>
        <p:spPr>
          <a:xfrm>
            <a:off x="737950" y="2084925"/>
            <a:ext cx="566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Quanto é 1 + 2 +3 + 4 +5 + … + n?</a:t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38" name="Google Shape;138;g387a8b789c5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1150" y="2701475"/>
            <a:ext cx="5876650" cy="346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87a8b789c5_0_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7800" y="2316055"/>
            <a:ext cx="5035300" cy="29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7a8b789c5_0_56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Outro Exemplo</a:t>
            </a:r>
            <a:endParaRPr/>
          </a:p>
        </p:txBody>
      </p:sp>
      <p:sp>
        <p:nvSpPr>
          <p:cNvPr id="145" name="Google Shape;145;g387a8b789c5_0_56"/>
          <p:cNvSpPr txBox="1"/>
          <p:nvPr/>
        </p:nvSpPr>
        <p:spPr>
          <a:xfrm>
            <a:off x="737950" y="2084925"/>
            <a:ext cx="566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Quantas letras tem a palavra "PYTHON"?</a:t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46" name="Google Shape;146;g387a8b789c5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950" y="2681825"/>
            <a:ext cx="6075499" cy="386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87a8b789c5_0_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6975" y="2129105"/>
            <a:ext cx="5170225" cy="269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7b10c238b_0_6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Cuidado</a:t>
            </a:r>
            <a:endParaRPr/>
          </a:p>
        </p:txBody>
      </p:sp>
      <p:pic>
        <p:nvPicPr>
          <p:cNvPr id="153" name="Google Shape;153;g387b10c238b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375" y="2084925"/>
            <a:ext cx="7217250" cy="38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7b10c238b_0_14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Recursão vs Loop</a:t>
            </a:r>
            <a:endParaRPr/>
          </a:p>
        </p:txBody>
      </p:sp>
      <p:pic>
        <p:nvPicPr>
          <p:cNvPr id="159" name="Google Shape;159;g387b10c238b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350" y="1883129"/>
            <a:ext cx="9134599" cy="426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7b10c238b_0_20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Dicas</a:t>
            </a:r>
            <a:endParaRPr/>
          </a:p>
        </p:txBody>
      </p:sp>
      <p:pic>
        <p:nvPicPr>
          <p:cNvPr id="165" name="Google Shape;165;g387b10c238b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000" y="2158606"/>
            <a:ext cx="10906000" cy="312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7b10c238b_0_26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Resumo</a:t>
            </a:r>
            <a:endParaRPr/>
          </a:p>
        </p:txBody>
      </p:sp>
      <p:pic>
        <p:nvPicPr>
          <p:cNvPr id="171" name="Google Shape;171;g387b10c238b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725" y="2084929"/>
            <a:ext cx="9958300" cy="31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7a8b789c5_0_66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Exercício</a:t>
            </a:r>
            <a:endParaRPr/>
          </a:p>
        </p:txBody>
      </p:sp>
      <p:sp>
        <p:nvSpPr>
          <p:cNvPr id="177" name="Google Shape;177;g387a8b789c5_0_66"/>
          <p:cNvSpPr txBox="1"/>
          <p:nvPr/>
        </p:nvSpPr>
        <p:spPr>
          <a:xfrm>
            <a:off x="737950" y="2084925"/>
            <a:ext cx="566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Fatorial</a:t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78" name="Google Shape;178;g387a8b789c5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50" y="2701500"/>
            <a:ext cx="4393350" cy="31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7b10c238b_0_0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Exercício</a:t>
            </a:r>
            <a:endParaRPr/>
          </a:p>
        </p:txBody>
      </p:sp>
      <p:sp>
        <p:nvSpPr>
          <p:cNvPr id="184" name="Google Shape;184;g387b10c238b_0_0"/>
          <p:cNvSpPr txBox="1"/>
          <p:nvPr/>
        </p:nvSpPr>
        <p:spPr>
          <a:xfrm>
            <a:off x="737950" y="2084925"/>
            <a:ext cx="566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Fatorial</a:t>
            </a:r>
            <a:endParaRPr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85" name="Google Shape;185;g387b10c238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650" y="2701500"/>
            <a:ext cx="4393350" cy="31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7b10c238b_0_32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Exercício para casa</a:t>
            </a:r>
            <a:endParaRPr/>
          </a:p>
        </p:txBody>
      </p:sp>
      <p:pic>
        <p:nvPicPr>
          <p:cNvPr id="191" name="Google Shape;191;g387b10c238b_0_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950" y="2227482"/>
            <a:ext cx="8216825" cy="285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2025-06-11T13:52:33Z</dcterms:created>
  <dc:creator>FERNANDO TRINDADE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