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2" roundtripDataSignature="AMtx7mhl7Kd3wKkQFuWL0j9bsfKKmTp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32" Type="http://customschemas.google.com/relationships/presentationmetadata" Target="meta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pt-BR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64190772c8_0_7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g364190772c8_0_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feed651f1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2" name="Google Shape;112;g37feed651f1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feed651f1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g37feed651f1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7feed651f1_0_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5" name="Google Shape;125;g37feed651f1_0_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feed651f1_0_2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g37feed651f1_0_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feed651f1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7feed651f1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feed651f1_0_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5" name="Google Shape;145;g37feed651f1_0_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eed651f1_0_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7feed651f1_0_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7feed651f1_0_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g37feed651f1_0_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7feed651f1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3" name="Google Shape;163;g37feed651f1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feed651f1_0_6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g37feed651f1_0_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7feed651f1_0_6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g37feed651f1_0_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feed651f1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1" name="Google Shape;181;g37feed651f1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feed651f1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7" name="Google Shape;187;g37feed651f1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7feed651f1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4" name="Google Shape;194;g37feed651f1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7feed651f1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1" name="Google Shape;201;g37feed651f1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7feed651f1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7" name="Google Shape;207;g37feed651f1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feed651f1_0_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3" name="Google Shape;213;g37feed651f1_0_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7feed651f1_0_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9" name="Google Shape;219;g37feed651f1_0_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7feed651f1_0_1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5" name="Google Shape;225;g37feed651f1_0_1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7feed651f1_0_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1" name="Google Shape;231;g37feed651f1_0_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feed651f1_0_1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g37feed651f1_0_1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7feed651f1_0_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3" name="Google Shape;243;g37feed651f1_0_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7feed651f1_0_14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9" name="Google Shape;249;g37feed651f1_0_1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7feed651f1_0_1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5" name="Google Shape;255;g37feed651f1_0_1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7feed651f1_0_1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1" name="Google Shape;261;g37feed651f1_0_1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showMasterSp="0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3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482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3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3"/>
          <p:cNvSpPr txBox="1"/>
          <p:nvPr>
            <p:ph type="ctr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" type="subTitle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1" name="Google Shape;21;p1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24" name="Google Shape;24;p13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is Conteúdos" type="twoObj">
  <p:cSld name="TWO_OBJEC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" type="body"/>
          </p:nvPr>
        </p:nvSpPr>
        <p:spPr>
          <a:xfrm>
            <a:off x="1024127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8" name="Google Shape;28;p14"/>
          <p:cNvSpPr txBox="1"/>
          <p:nvPr>
            <p:ph idx="2" type="body"/>
          </p:nvPr>
        </p:nvSpPr>
        <p:spPr>
          <a:xfrm>
            <a:off x="5989320" y="2286000"/>
            <a:ext cx="4754880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4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5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5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showMasterSp="0" type="secHead">
  <p:cSld name="SECTION_HEAD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rgbClr val="1D9A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6"/>
          <p:cNvSpPr/>
          <p:nvPr/>
        </p:nvSpPr>
        <p:spPr>
          <a:xfrm>
            <a:off x="-1" y="0"/>
            <a:ext cx="12192000" cy="4572001"/>
          </a:xfrm>
          <a:custGeom>
            <a:rect b="b" l="l" r="r" t="t"/>
            <a:pathLst>
              <a:path extrusionOk="0" h="4572001" w="12192000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4960137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8610600" y="4960137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3" name="Google Shape;43;p16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6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6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46" name="Google Shape;46;p16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1482AB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7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7"/>
          <p:cNvSpPr txBox="1"/>
          <p:nvPr>
            <p:ph idx="1" type="body"/>
          </p:nvPr>
        </p:nvSpPr>
        <p:spPr>
          <a:xfrm>
            <a:off x="102412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7"/>
          <p:cNvSpPr txBox="1"/>
          <p:nvPr>
            <p:ph idx="2" type="body"/>
          </p:nvPr>
        </p:nvSpPr>
        <p:spPr>
          <a:xfrm>
            <a:off x="102412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3" type="body"/>
          </p:nvPr>
        </p:nvSpPr>
        <p:spPr>
          <a:xfrm>
            <a:off x="5990888" y="2179636"/>
            <a:ext cx="4754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137150" spcFirstLastPara="1" rIns="137150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00"/>
              <a:buNone/>
              <a:defRPr b="0" sz="2300" cap="none">
                <a:solidFill>
                  <a:schemeClr val="accent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7"/>
          <p:cNvSpPr txBox="1"/>
          <p:nvPr>
            <p:ph idx="4" type="body"/>
          </p:nvPr>
        </p:nvSpPr>
        <p:spPr>
          <a:xfrm>
            <a:off x="5990888" y="2967788"/>
            <a:ext cx="4754880" cy="33415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7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7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8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showMasterSp="0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9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0"/>
          <p:cNvSpPr txBox="1"/>
          <p:nvPr>
            <p:ph type="title"/>
          </p:nvPr>
        </p:nvSpPr>
        <p:spPr>
          <a:xfrm>
            <a:off x="1024128" y="471509"/>
            <a:ext cx="43891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" type="body"/>
          </p:nvPr>
        </p:nvSpPr>
        <p:spPr>
          <a:xfrm>
            <a:off x="5715000" y="822960"/>
            <a:ext cx="5678424" cy="51846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Char char=" 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Char char="?"/>
              <a:defRPr sz="2000"/>
            </a:lvl2pPr>
            <a:lvl3pPr indent="-3302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Char char="?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Char char="?"/>
              <a:defRPr sz="1600"/>
            </a:lvl9pPr>
          </a:lstStyle>
          <a:p/>
        </p:txBody>
      </p:sp>
      <p:sp>
        <p:nvSpPr>
          <p:cNvPr id="68" name="Google Shape;68;p20"/>
          <p:cNvSpPr txBox="1"/>
          <p:nvPr>
            <p:ph idx="2" type="body"/>
          </p:nvPr>
        </p:nvSpPr>
        <p:spPr>
          <a:xfrm>
            <a:off x="1024128" y="2257506"/>
            <a:ext cx="4389120" cy="376229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8000"/>
              </a:lnSpc>
              <a:spcBef>
                <a:spcPts val="6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0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showMasterSp="0" type="picTx">
  <p:cSld name="PICTURE_WITH_CAPTIO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1"/>
          <p:cNvSpPr txBox="1"/>
          <p:nvPr>
            <p:ph type="title"/>
          </p:nvPr>
        </p:nvSpPr>
        <p:spPr>
          <a:xfrm>
            <a:off x="457200" y="4960138"/>
            <a:ext cx="7772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1"/>
          <p:cNvSpPr/>
          <p:nvPr>
            <p:ph idx="2" type="pic"/>
          </p:nvPr>
        </p:nvSpPr>
        <p:spPr>
          <a:xfrm>
            <a:off x="0" y="-1"/>
            <a:ext cx="12188952" cy="4572000"/>
          </a:xfrm>
          <a:prstGeom prst="rect">
            <a:avLst/>
          </a:prstGeom>
          <a:solidFill>
            <a:srgbClr val="76CEEF"/>
          </a:solidFill>
          <a:ln>
            <a:noFill/>
          </a:ln>
        </p:spPr>
      </p:sp>
      <p:sp>
        <p:nvSpPr>
          <p:cNvPr id="75" name="Google Shape;75;p21"/>
          <p:cNvSpPr txBox="1"/>
          <p:nvPr>
            <p:ph idx="1" type="body"/>
          </p:nvPr>
        </p:nvSpPr>
        <p:spPr>
          <a:xfrm>
            <a:off x="8610600" y="4960138"/>
            <a:ext cx="32004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6" name="Google Shape;76;p21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79" name="Google Shape;79;p21"/>
          <p:cNvCxnSpPr/>
          <p:nvPr/>
        </p:nvCxnSpPr>
        <p:spPr>
          <a:xfrm rot="10800000">
            <a:off x="8386843" y="5264106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 rot="5400000">
            <a:off x="3872485" y="-562356"/>
            <a:ext cx="4023360" cy="97200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showMasterSp="0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type="title"/>
          </p:nvPr>
        </p:nvSpPr>
        <p:spPr>
          <a:xfrm rot="5400000">
            <a:off x="7334251" y="2152650"/>
            <a:ext cx="54102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45700" spcFirstLastPara="1" rIns="45700" wrap="square" tIns="91425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 rot="5400000">
            <a:off x="2076451" y="-323850"/>
            <a:ext cx="5410200" cy="75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indent="-342900" lvl="1" marL="9144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?"/>
              <a:defRPr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3pPr>
            <a:lvl4pPr indent="-3429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4pPr>
            <a:lvl5pPr indent="-3429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5pPr>
            <a:lvl6pPr indent="-3429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6pPr>
            <a:lvl7pPr indent="-3429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7pPr>
            <a:lvl8pPr indent="-3429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?"/>
              <a:defRPr/>
            </a:lvl8pPr>
            <a:lvl9pPr indent="-342900" lvl="8" marL="41148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?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3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92" name="Google Shape;92;p23"/>
          <p:cNvCxnSpPr/>
          <p:nvPr/>
        </p:nvCxnSpPr>
        <p:spPr>
          <a:xfrm rot="10800000">
            <a:off x="10058400" y="59263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  <a:defRPr b="0" i="0" sz="5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wentieth Century"/>
              <a:buChar char=" "/>
              <a:defRPr b="0" i="0" sz="22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Noto Sans Symbols"/>
              <a:buChar char="🢝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175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Noto Sans Symbols"/>
              <a:buChar char="🢝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0C0C0C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cxnSp>
        <p:nvCxnSpPr>
          <p:cNvPr id="15" name="Google Shape;15;p12"/>
          <p:cNvCxnSpPr/>
          <p:nvPr/>
        </p:nvCxnSpPr>
        <p:spPr>
          <a:xfrm rot="10800000">
            <a:off x="762000" y="826324"/>
            <a:ext cx="0" cy="9144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 thruBlk="1"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9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"/>
          <p:cNvSpPr/>
          <p:nvPr/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3">
            <a:alphaModFix/>
          </a:blip>
          <a:srcRect b="-1" l="0" r="52444" t="0"/>
          <a:stretch/>
        </p:blipFill>
        <p:spPr>
          <a:xfrm>
            <a:off x="20" y="975"/>
            <a:ext cx="1219198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/>
          <p:nvPr/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2549"/>
            </a:srgbClr>
          </a:solidFill>
          <a:ln>
            <a:noFill/>
          </a:ln>
          <a:effectLst>
            <a:outerShdw blurRad="50800" rotWithShape="0" algn="ctr" dir="5400000" dist="12700">
              <a:srgbClr val="000000">
                <a:alpha val="4745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01" name="Google Shape;101;p1"/>
          <p:cNvSpPr txBox="1"/>
          <p:nvPr>
            <p:ph type="ctrTitle"/>
          </p:nvPr>
        </p:nvSpPr>
        <p:spPr>
          <a:xfrm>
            <a:off x="4309349" y="3429000"/>
            <a:ext cx="7501651" cy="10909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Twentieth Century"/>
              <a:buNone/>
            </a:pPr>
            <a:r>
              <a:rPr lang="pt-BR">
                <a:solidFill>
                  <a:srgbClr val="FFFFFF"/>
                </a:solidFill>
              </a:rPr>
              <a:t>Introdução à linguagem Python</a:t>
            </a:r>
            <a:endParaRPr/>
          </a:p>
        </p:txBody>
      </p:sp>
      <p:sp>
        <p:nvSpPr>
          <p:cNvPr id="102" name="Google Shape;102;p1"/>
          <p:cNvSpPr txBox="1"/>
          <p:nvPr>
            <p:ph idx="1" type="subTitle"/>
          </p:nvPr>
        </p:nvSpPr>
        <p:spPr>
          <a:xfrm>
            <a:off x="4309349" y="4779313"/>
            <a:ext cx="7501650" cy="51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>
                <a:solidFill>
                  <a:srgbClr val="FFFFFF"/>
                </a:solidFill>
              </a:rPr>
              <a:t> Fernando Henrique Vieira Trindade</a:t>
            </a:r>
            <a:endParaRPr/>
          </a:p>
        </p:txBody>
      </p:sp>
      <p:cxnSp>
        <p:nvCxnSpPr>
          <p:cNvPr id="103" name="Google Shape;103;p1"/>
          <p:cNvCxnSpPr/>
          <p:nvPr/>
        </p:nvCxnSpPr>
        <p:spPr>
          <a:xfrm>
            <a:off x="4309349" y="4666480"/>
            <a:ext cx="6832499" cy="0"/>
          </a:xfrm>
          <a:prstGeom prst="straightConnector1">
            <a:avLst/>
          </a:prstGeom>
          <a:noFill/>
          <a:ln cap="flat" cmpd="sng" w="22225">
            <a:solidFill>
              <a:srgbClr val="4AC4E3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ctr" dir="5400000" dist="12700">
              <a:srgbClr val="000000">
                <a:alpha val="47450"/>
              </a:srgbClr>
            </a:outerShdw>
          </a:effectLst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64190772c8_0_70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</a:t>
            </a:r>
            <a:r>
              <a:rPr lang="pt-BR"/>
              <a:t>é um Módulo?</a:t>
            </a:r>
            <a:endParaRPr/>
          </a:p>
        </p:txBody>
      </p:sp>
      <p:pic>
        <p:nvPicPr>
          <p:cNvPr id="109" name="Google Shape;109;g364190772c8_0_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1575" y="2213750"/>
            <a:ext cx="9581401" cy="350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feed651f1_0_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é um Módulo?</a:t>
            </a:r>
            <a:endParaRPr/>
          </a:p>
        </p:txBody>
      </p:sp>
      <p:pic>
        <p:nvPicPr>
          <p:cNvPr id="115" name="Google Shape;115;g37feed651f1_0_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25" y="2143041"/>
            <a:ext cx="9696450" cy="354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feed651f1_0_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é um Módulo?</a:t>
            </a:r>
            <a:endParaRPr/>
          </a:p>
        </p:txBody>
      </p:sp>
      <p:pic>
        <p:nvPicPr>
          <p:cNvPr id="121" name="Google Shape;121;g37feed651f1_0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425" y="2425866"/>
            <a:ext cx="10725150" cy="3848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g37feed651f1_0_7"/>
          <p:cNvSpPr txBox="1"/>
          <p:nvPr/>
        </p:nvSpPr>
        <p:spPr>
          <a:xfrm>
            <a:off x="733425" y="1850000"/>
            <a:ext cx="67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Namespace:</a:t>
            </a:r>
            <a:endParaRPr b="1"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feed651f1_0_14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é um Módulo?</a:t>
            </a:r>
            <a:endParaRPr/>
          </a:p>
        </p:txBody>
      </p:sp>
      <p:pic>
        <p:nvPicPr>
          <p:cNvPr id="128" name="Google Shape;128;g37feed651f1_0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0025" y="2084925"/>
            <a:ext cx="10008211" cy="418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feed651f1_0_2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é um Módulo?</a:t>
            </a:r>
            <a:endParaRPr/>
          </a:p>
        </p:txBody>
      </p:sp>
      <p:pic>
        <p:nvPicPr>
          <p:cNvPr id="134" name="Google Shape;134;g37feed651f1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00" y="2496574"/>
            <a:ext cx="6693826" cy="4074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g37feed651f1_0_21"/>
          <p:cNvSpPr txBox="1"/>
          <p:nvPr/>
        </p:nvSpPr>
        <p:spPr>
          <a:xfrm>
            <a:off x="706200" y="1973375"/>
            <a:ext cx="6787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2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DocStrings</a:t>
            </a:r>
            <a:endParaRPr b="1" sz="22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136" name="Google Shape;136;g37feed651f1_0_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69775" y="5843325"/>
            <a:ext cx="5322225" cy="645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7feed651f1_0_2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Criando um Módulo?</a:t>
            </a:r>
            <a:endParaRPr/>
          </a:p>
        </p:txBody>
      </p:sp>
      <p:pic>
        <p:nvPicPr>
          <p:cNvPr id="142" name="Google Shape;142;g37feed651f1_0_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875" y="1930941"/>
            <a:ext cx="9760508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feed651f1_0_3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Criando um Módulo?</a:t>
            </a:r>
            <a:endParaRPr/>
          </a:p>
        </p:txBody>
      </p:sp>
      <p:pic>
        <p:nvPicPr>
          <p:cNvPr id="148" name="Google Shape;148;g37feed651f1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50" y="2084916"/>
            <a:ext cx="10725150" cy="407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7feed651f1_0_4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Criando um Módulo?</a:t>
            </a:r>
            <a:endParaRPr/>
          </a:p>
        </p:txBody>
      </p:sp>
      <p:pic>
        <p:nvPicPr>
          <p:cNvPr id="154" name="Google Shape;154;g37feed651f1_0_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3350" y="1907366"/>
            <a:ext cx="10020784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feed651f1_0_4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s</a:t>
            </a:r>
            <a:r>
              <a:rPr lang="pt-BR"/>
              <a:t>ão Pacotes</a:t>
            </a:r>
            <a:r>
              <a:rPr lang="pt-BR"/>
              <a:t>?</a:t>
            </a:r>
            <a:endParaRPr/>
          </a:p>
        </p:txBody>
      </p:sp>
      <p:pic>
        <p:nvPicPr>
          <p:cNvPr id="160" name="Google Shape;160;g37feed651f1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825" y="2084925"/>
            <a:ext cx="11018351" cy="352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7feed651f1_0_5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Estrutura dos Pacotes?</a:t>
            </a:r>
            <a:endParaRPr/>
          </a:p>
        </p:txBody>
      </p:sp>
      <p:pic>
        <p:nvPicPr>
          <p:cNvPr id="166" name="Google Shape;166;g37feed651f1_0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400" y="2154841"/>
            <a:ext cx="93154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7feed651f1_0_6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__init__.py?</a:t>
            </a:r>
            <a:endParaRPr/>
          </a:p>
        </p:txBody>
      </p:sp>
      <p:pic>
        <p:nvPicPr>
          <p:cNvPr id="172" name="Google Shape;172;g37feed651f1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425" y="2167391"/>
            <a:ext cx="9315450" cy="375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feed651f1_0_6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__init__.py?</a:t>
            </a:r>
            <a:endParaRPr/>
          </a:p>
        </p:txBody>
      </p:sp>
      <p:pic>
        <p:nvPicPr>
          <p:cNvPr id="178" name="Google Shape;178;g37feed651f1_0_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400" y="2190191"/>
            <a:ext cx="9315450" cy="3333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feed651f1_0_7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__init__.py?</a:t>
            </a:r>
            <a:endParaRPr/>
          </a:p>
        </p:txBody>
      </p:sp>
      <p:pic>
        <p:nvPicPr>
          <p:cNvPr id="184" name="Google Shape;184;g37feed651f1_0_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1863" y="1966291"/>
            <a:ext cx="8004535" cy="44682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feed651f1_0_7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Tipos de Importaç</a:t>
            </a:r>
            <a:r>
              <a:rPr lang="pt-BR"/>
              <a:t>ão</a:t>
            </a:r>
            <a:endParaRPr/>
          </a:p>
        </p:txBody>
      </p:sp>
      <p:pic>
        <p:nvPicPr>
          <p:cNvPr id="190" name="Google Shape;190;g37feed651f1_0_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25" y="1907375"/>
            <a:ext cx="6151775" cy="44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g37feed651f1_0_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9625" y="1907375"/>
            <a:ext cx="6394526" cy="22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7feed651f1_0_86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Tipos de Importação</a:t>
            </a:r>
            <a:endParaRPr/>
          </a:p>
        </p:txBody>
      </p:sp>
      <p:pic>
        <p:nvPicPr>
          <p:cNvPr id="197" name="Google Shape;197;g37feed651f1_0_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25" y="1907375"/>
            <a:ext cx="6151775" cy="446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7feed651f1_0_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1425" y="1907375"/>
            <a:ext cx="6394526" cy="224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7feed651f1_0_92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Bibliotecas</a:t>
            </a:r>
            <a:endParaRPr/>
          </a:p>
        </p:txBody>
      </p:sp>
      <p:pic>
        <p:nvPicPr>
          <p:cNvPr id="204" name="Google Shape;204;g37feed651f1_0_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225" y="1836666"/>
            <a:ext cx="7098265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7feed651f1_0_9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PIP ?</a:t>
            </a:r>
            <a:endParaRPr/>
          </a:p>
        </p:txBody>
      </p:sp>
      <p:pic>
        <p:nvPicPr>
          <p:cNvPr id="210" name="Google Shape;210;g37feed651f1_0_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950" y="1966324"/>
            <a:ext cx="10310800" cy="419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7feed651f1_0_10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PIP ?</a:t>
            </a:r>
            <a:endParaRPr/>
          </a:p>
        </p:txBody>
      </p:sp>
      <p:pic>
        <p:nvPicPr>
          <p:cNvPr id="216" name="Google Shape;216;g37feed651f1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400" y="1942741"/>
            <a:ext cx="10020784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feed651f1_0_11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o PIP instala?</a:t>
            </a:r>
            <a:endParaRPr/>
          </a:p>
        </p:txBody>
      </p:sp>
      <p:pic>
        <p:nvPicPr>
          <p:cNvPr id="222" name="Google Shape;222;g37feed651f1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25" y="2036999"/>
            <a:ext cx="10134601" cy="36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7feed651f1_0_11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O que o PIP instala?</a:t>
            </a:r>
            <a:endParaRPr/>
          </a:p>
        </p:txBody>
      </p:sp>
      <p:pic>
        <p:nvPicPr>
          <p:cNvPr id="228" name="Google Shape;228;g37feed651f1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3050" y="2084924"/>
            <a:ext cx="7424401" cy="320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7feed651f1_0_12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Comandos PIP </a:t>
            </a:r>
            <a:endParaRPr/>
          </a:p>
        </p:txBody>
      </p:sp>
      <p:pic>
        <p:nvPicPr>
          <p:cNvPr id="234" name="Google Shape;234;g37feed651f1_0_1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450" y="1860241"/>
            <a:ext cx="8346418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7feed651f1_0_129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Comandos PIP </a:t>
            </a:r>
            <a:endParaRPr/>
          </a:p>
        </p:txBody>
      </p:sp>
      <p:pic>
        <p:nvPicPr>
          <p:cNvPr id="240" name="Google Shape;240;g37feed651f1_0_1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47300" y="1919166"/>
            <a:ext cx="8346418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7feed651f1_0_135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Comandos PIP </a:t>
            </a:r>
            <a:endParaRPr/>
          </a:p>
        </p:txBody>
      </p:sp>
      <p:pic>
        <p:nvPicPr>
          <p:cNvPr id="246" name="Google Shape;246;g37feed651f1_0_1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2650" y="1872016"/>
            <a:ext cx="8191854" cy="44682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feed651f1_0_141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Comandos PIP </a:t>
            </a:r>
            <a:endParaRPr/>
          </a:p>
        </p:txBody>
      </p:sp>
      <p:pic>
        <p:nvPicPr>
          <p:cNvPr id="252" name="Google Shape;252;g37feed651f1_0_1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8375" y="2084916"/>
            <a:ext cx="8629650" cy="262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feed651f1_0_147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Arquivo requirements.txt </a:t>
            </a:r>
            <a:endParaRPr/>
          </a:p>
        </p:txBody>
      </p:sp>
      <p:pic>
        <p:nvPicPr>
          <p:cNvPr id="258" name="Google Shape;258;g37feed651f1_0_1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6125" y="2154850"/>
            <a:ext cx="9296674" cy="2790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7feed651f1_0_153"/>
          <p:cNvSpPr txBox="1"/>
          <p:nvPr>
            <p:ph type="title"/>
          </p:nvPr>
        </p:nvSpPr>
        <p:spPr>
          <a:xfrm>
            <a:off x="1024128" y="585216"/>
            <a:ext cx="97200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C0C0C"/>
              </a:buClr>
              <a:buSzPts val="5000"/>
              <a:buFont typeface="Twentieth Century"/>
              <a:buNone/>
            </a:pPr>
            <a:r>
              <a:rPr lang="pt-BR"/>
              <a:t>Arquivo requirements.txt </a:t>
            </a:r>
            <a:endParaRPr/>
          </a:p>
        </p:txBody>
      </p:sp>
      <p:pic>
        <p:nvPicPr>
          <p:cNvPr id="264" name="Google Shape;264;g37feed651f1_0_1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0175" y="1966291"/>
            <a:ext cx="8243467" cy="44682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tegral">
  <a:themeElements>
    <a:clrScheme name="Integral">
      <a:dk1>
        <a:srgbClr val="000000"/>
      </a:dk1>
      <a:lt1>
        <a:srgbClr val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2025-06-11T13:52:33Z</dcterms:created>
  <dc:creator>FERNANDO TRINDADE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